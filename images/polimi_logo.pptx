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2B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8"/>
  </p:normalViewPr>
  <p:slideViewPr>
    <p:cSldViewPr snapToGrid="0">
      <p:cViewPr varScale="1">
        <p:scale>
          <a:sx n="120" d="100"/>
          <a:sy n="120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7B759-841A-2D55-BD93-D37AB47B13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2C7D4C-818A-CEF4-6F28-C736450556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C9050-72E8-EA6B-ACE1-7BE89AE75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AF39D-FCC1-1140-9312-2F30CD2BA704}" type="datetimeFigureOut">
              <a:rPr lang="en-IT" smtClean="0"/>
              <a:t>03/05/26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6F0DB-85BF-8BA8-070E-A13249596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0D4D6-B5F8-942B-A3B2-B6E904E17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967C5-10B4-034A-B56A-EF6CDA81097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628159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A6AC0-9A8C-F0B2-8B76-024CAF662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EF7FE-846F-CDBC-7922-521B0E1AD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8203C-1F65-B2F6-1FE3-176061345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AF39D-FCC1-1140-9312-2F30CD2BA704}" type="datetimeFigureOut">
              <a:rPr lang="en-IT" smtClean="0"/>
              <a:t>03/05/26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F2A12-A2B5-22B6-066F-C0A61FCAC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99E85-2FE9-9EEB-5EAE-184D34E41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967C5-10B4-034A-B56A-EF6CDA81097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174575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D165C-B906-9027-0374-BBE329D50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BF5ABA-96EF-5B3D-42F0-10AFB0D48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9E1A8-A08B-D26E-B3CF-B3EB4D27C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AF39D-FCC1-1140-9312-2F30CD2BA704}" type="datetimeFigureOut">
              <a:rPr lang="en-IT" smtClean="0"/>
              <a:t>03/05/26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98E7F-92FA-F4B6-6426-4357E5EE3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69DA3-23AC-FD65-7F04-823736DBB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967C5-10B4-034A-B56A-EF6CDA81097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671465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76CDE-D0A5-FCAC-F0B0-D58167572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B614F-41B9-6453-33F5-40C2943830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D78987-16B9-4E6F-DBF3-37645ED658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D6C022-E2F6-000B-D122-44066E1CB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AF39D-FCC1-1140-9312-2F30CD2BA704}" type="datetimeFigureOut">
              <a:rPr lang="en-IT" smtClean="0"/>
              <a:t>03/05/26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4F23A6-6FCF-2556-B0A8-C81D414A8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8940B-D883-FEDF-B25F-B1126077B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967C5-10B4-034A-B56A-EF6CDA81097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814928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BE9BA-6D10-205A-E454-545E97892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F8A074-D67C-F9BF-36D3-EA0BE5813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12A6BC-3391-62F6-EBB7-C389034446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553E2E-3AC8-4B43-5C76-E7A63A4BFF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DF41B3-AE6A-2D38-CE72-6C28D05C6B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1852E3-9DFD-6280-016C-40CF27F27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AF39D-FCC1-1140-9312-2F30CD2BA704}" type="datetimeFigureOut">
              <a:rPr lang="en-IT" smtClean="0"/>
              <a:t>03/05/26</a:t>
            </a:fld>
            <a:endParaRPr lang="en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E9FA11-E5E9-096C-BCB9-07AC6D9DD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0184F7-2B2A-E000-A53E-3450134D7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967C5-10B4-034A-B56A-EF6CDA81097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831029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41D82-587A-4913-3104-DA6E931DC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722FC8-8365-E723-AA12-7CE2DEF27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AF39D-FCC1-1140-9312-2F30CD2BA704}" type="datetimeFigureOut">
              <a:rPr lang="en-IT" smtClean="0"/>
              <a:t>03/05/26</a:t>
            </a:fld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70C2FA-BAB5-545F-F62B-B6093F513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40C30-9E3F-CEDE-8F6B-C4B27830E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967C5-10B4-034A-B56A-EF6CDA81097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055769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57F97F-1E59-941E-5E4A-A42B0756E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AF39D-FCC1-1140-9312-2F30CD2BA704}" type="datetimeFigureOut">
              <a:rPr lang="en-IT" smtClean="0"/>
              <a:t>03/05/26</a:t>
            </a:fld>
            <a:endParaRPr lang="en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E57745-3007-201F-2B5E-BF6C52686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786F4-24AF-320D-69EC-37D804257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967C5-10B4-034A-B56A-EF6CDA81097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937352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A8904-85C9-2E3B-346C-E86C9B412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67755-458E-4010-54BA-DF0E140CE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C07B7C-1E41-F171-6858-AFC9450E75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411DDC-C71C-FFC0-770E-346F46083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AF39D-FCC1-1140-9312-2F30CD2BA704}" type="datetimeFigureOut">
              <a:rPr lang="en-IT" smtClean="0"/>
              <a:t>03/05/26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9D1141-B4F8-949D-D056-362FA0B00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B41F1D-05DA-E336-A7CE-A62EB9E42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967C5-10B4-034A-B56A-EF6CDA81097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895168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E41C1-23BF-BDFC-0422-E5D75AD5B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0EDB45-C7C2-FC76-B443-3BA1103663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2212BA-207D-4D92-EBBD-421F5E8819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DED83-03E0-3DEF-97FD-876880403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AF39D-FCC1-1140-9312-2F30CD2BA704}" type="datetimeFigureOut">
              <a:rPr lang="en-IT" smtClean="0"/>
              <a:t>03/05/26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DB32DE-90C6-C921-0D3C-A1EE3D5F3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9001E-34C1-C124-812A-E50A2BB73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967C5-10B4-034A-B56A-EF6CDA81097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610400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085FE-0B9B-6BB2-524E-3EA76AD35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5DE62F-9D4A-46ED-58D0-6E1F7FCC99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19769-483D-FC89-A6A5-593D4F77E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AF39D-FCC1-1140-9312-2F30CD2BA704}" type="datetimeFigureOut">
              <a:rPr lang="en-IT" smtClean="0"/>
              <a:t>03/05/26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97ADE-FDBF-DA10-4B70-91F81B8A5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D30AF-2C4A-25FD-0801-E46F18FD8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967C5-10B4-034A-B56A-EF6CDA81097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655582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441A93-F3BC-818A-1E81-1F29B7ACCA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B1BF27-FECA-5760-6967-1DBB8A7AEF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1D93F-DF5D-DC86-F269-691F08F5C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AF39D-FCC1-1140-9312-2F30CD2BA704}" type="datetimeFigureOut">
              <a:rPr lang="en-IT" smtClean="0"/>
              <a:t>03/05/26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59D71-DA17-229D-A33F-E360D6BC3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1B3A6-CE57-4EDA-D52C-98B451237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967C5-10B4-034A-B56A-EF6CDA81097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124897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7492B4-5632-2339-DB1B-43F5D8D2E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5CBF0-EF87-992C-4D5F-1FCE41CCC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A446D-5A6B-566B-C459-8C376E2E68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DAF39D-FCC1-1140-9312-2F30CD2BA704}" type="datetimeFigureOut">
              <a:rPr lang="en-IT" smtClean="0"/>
              <a:t>03/05/26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DA510-2A54-76C9-60F4-ED0FA09BFF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B53DA-D46B-862E-742D-B5B4541431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C967C5-10B4-034A-B56A-EF6CDA81097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100982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06663B6-BAFE-CDBA-B9FE-F7722123B9F7}"/>
              </a:ext>
            </a:extLst>
          </p:cNvPr>
          <p:cNvSpPr/>
          <p:nvPr/>
        </p:nvSpPr>
        <p:spPr>
          <a:xfrm>
            <a:off x="0" y="852223"/>
            <a:ext cx="12192000" cy="1448973"/>
          </a:xfrm>
          <a:prstGeom prst="rect">
            <a:avLst/>
          </a:prstGeom>
          <a:solidFill>
            <a:srgbClr val="0F2B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218061-3D43-44A8-5F60-7A768C911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896" y="630559"/>
            <a:ext cx="4343400" cy="189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944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Francesca Bonizzoni</dc:creator>
  <cp:lastModifiedBy>Francesca Bonizzoni</cp:lastModifiedBy>
  <cp:revision>1</cp:revision>
  <dcterms:created xsi:type="dcterms:W3CDTF">2026-05-03T15:05:32Z</dcterms:created>
  <dcterms:modified xsi:type="dcterms:W3CDTF">2026-05-03T15:09:52Z</dcterms:modified>
</cp:coreProperties>
</file>